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  <p:sldMasterId id="2147483759" r:id="rId2"/>
  </p:sldMasterIdLst>
  <p:notesMasterIdLst>
    <p:notesMasterId r:id="rId5"/>
  </p:notesMasterIdLst>
  <p:handoutMasterIdLst>
    <p:handoutMasterId r:id="rId6"/>
  </p:handoutMasterIdLst>
  <p:sldIdLst>
    <p:sldId id="256" r:id="rId3"/>
    <p:sldId id="365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1CADE4"/>
    <a:srgbClr val="58B6C0"/>
    <a:srgbClr val="2683C6"/>
    <a:srgbClr val="3494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79" autoAdjust="0"/>
    <p:restoredTop sz="74443" autoAdjust="0"/>
  </p:normalViewPr>
  <p:slideViewPr>
    <p:cSldViewPr snapToGrid="0">
      <p:cViewPr varScale="1">
        <p:scale>
          <a:sx n="77" d="100"/>
          <a:sy n="77" d="100"/>
        </p:scale>
        <p:origin x="2288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ONG　WEIZHEN" userId="75c4036c-b4f3-4e48-be75-36bc8021e686" providerId="ADAL" clId="{4FD17B2C-7566-4291-85FD-8398E18288E7}"/>
    <pc:docChg chg="undo custSel addSld delSld modSld sldOrd">
      <pc:chgData name="XIONG　WEIZHEN" userId="75c4036c-b4f3-4e48-be75-36bc8021e686" providerId="ADAL" clId="{4FD17B2C-7566-4291-85FD-8398E18288E7}" dt="2025-12-21T15:53:56.723" v="6135" actId="20577"/>
      <pc:docMkLst>
        <pc:docMk/>
      </pc:docMkLst>
      <pc:sldChg chg="modSp mod">
        <pc:chgData name="XIONG　WEIZHEN" userId="75c4036c-b4f3-4e48-be75-36bc8021e686" providerId="ADAL" clId="{4FD17B2C-7566-4291-85FD-8398E18288E7}" dt="2025-12-21T15:53:56.723" v="6135" actId="20577"/>
        <pc:sldMkLst>
          <pc:docMk/>
          <pc:sldMk cId="4069464686" sldId="256"/>
        </pc:sldMkLst>
        <pc:spChg chg="mod">
          <ac:chgData name="XIONG　WEIZHEN" userId="75c4036c-b4f3-4e48-be75-36bc8021e686" providerId="ADAL" clId="{4FD17B2C-7566-4291-85FD-8398E18288E7}" dt="2025-12-21T15:53:56.723" v="6135" actId="20577"/>
          <ac:spMkLst>
            <pc:docMk/>
            <pc:sldMk cId="4069464686" sldId="256"/>
            <ac:spMk id="2" creationId="{3A1573A6-947C-4BD6-D2DD-9D8937D50E7A}"/>
          </ac:spMkLst>
        </pc:spChg>
        <pc:spChg chg="mod">
          <ac:chgData name="XIONG　WEIZHEN" userId="75c4036c-b4f3-4e48-be75-36bc8021e686" providerId="ADAL" clId="{4FD17B2C-7566-4291-85FD-8398E18288E7}" dt="2025-12-03T08:23:06.343" v="116" actId="20577"/>
          <ac:spMkLst>
            <pc:docMk/>
            <pc:sldMk cId="4069464686" sldId="256"/>
            <ac:spMk id="4" creationId="{AFD58809-58C1-F4D2-0140-873FBEF5F3C1}"/>
          </ac:spMkLst>
        </pc:spChg>
      </pc:sldChg>
      <pc:sldChg chg="modSp mod">
        <pc:chgData name="XIONG　WEIZHEN" userId="75c4036c-b4f3-4e48-be75-36bc8021e686" providerId="ADAL" clId="{4FD17B2C-7566-4291-85FD-8398E18288E7}" dt="2025-12-05T15:03:06.430" v="6092" actId="20577"/>
        <pc:sldMkLst>
          <pc:docMk/>
          <pc:sldMk cId="4277871340" sldId="311"/>
        </pc:sldMkLst>
      </pc:sldChg>
      <pc:sldChg chg="addSp delSp modSp mod modNotes modNotesTx">
        <pc:chgData name="XIONG　WEIZHEN" userId="75c4036c-b4f3-4e48-be75-36bc8021e686" providerId="ADAL" clId="{4FD17B2C-7566-4291-85FD-8398E18288E7}" dt="2025-12-05T13:56:48.168" v="5425"/>
        <pc:sldMkLst>
          <pc:docMk/>
          <pc:sldMk cId="725875274" sldId="365"/>
        </pc:sldMkLst>
      </pc:sldChg>
      <pc:sldChg chg="addSp delSp modSp mod ord modNotes modNotesTx">
        <pc:chgData name="XIONG　WEIZHEN" userId="75c4036c-b4f3-4e48-be75-36bc8021e686" providerId="ADAL" clId="{4FD17B2C-7566-4291-85FD-8398E18288E7}" dt="2025-12-05T14:00:03.751" v="5459" actId="113"/>
        <pc:sldMkLst>
          <pc:docMk/>
          <pc:sldMk cId="3365537012" sldId="400"/>
        </pc:sldMkLst>
      </pc:sldChg>
      <pc:sldChg chg="modSp add mod modNotes modNotesTx">
        <pc:chgData name="XIONG　WEIZHEN" userId="75c4036c-b4f3-4e48-be75-36bc8021e686" providerId="ADAL" clId="{4FD17B2C-7566-4291-85FD-8398E18288E7}" dt="2025-12-05T13:56:48.168" v="5425"/>
        <pc:sldMkLst>
          <pc:docMk/>
          <pc:sldMk cId="1636794695" sldId="417"/>
        </pc:sldMkLst>
      </pc:sldChg>
      <pc:sldChg chg="addSp delSp modSp add mod modNotes modNotesTx">
        <pc:chgData name="XIONG　WEIZHEN" userId="75c4036c-b4f3-4e48-be75-36bc8021e686" providerId="ADAL" clId="{4FD17B2C-7566-4291-85FD-8398E18288E7}" dt="2025-12-05T14:09:06.211" v="5703" actId="20577"/>
        <pc:sldMkLst>
          <pc:docMk/>
          <pc:sldMk cId="720136327" sldId="418"/>
        </pc:sldMkLst>
      </pc:sldChg>
      <pc:sldChg chg="addSp delSp modSp add mod modNotes modNotesTx">
        <pc:chgData name="XIONG　WEIZHEN" userId="75c4036c-b4f3-4e48-be75-36bc8021e686" providerId="ADAL" clId="{4FD17B2C-7566-4291-85FD-8398E18288E7}" dt="2025-12-05T14:11:47.498" v="5718" actId="20577"/>
        <pc:sldMkLst>
          <pc:docMk/>
          <pc:sldMk cId="3485638666" sldId="419"/>
        </pc:sldMkLst>
      </pc:sldChg>
      <pc:sldChg chg="addSp delSp modSp add mod modNotesTx">
        <pc:chgData name="XIONG　WEIZHEN" userId="75c4036c-b4f3-4e48-be75-36bc8021e686" providerId="ADAL" clId="{4FD17B2C-7566-4291-85FD-8398E18288E7}" dt="2025-12-05T14:35:37.844" v="5721" actId="20577"/>
        <pc:sldMkLst>
          <pc:docMk/>
          <pc:sldMk cId="2110779401" sldId="420"/>
        </pc:sldMkLst>
      </pc:sldChg>
      <pc:sldChg chg="addSp new mod">
        <pc:chgData name="XIONG　WEIZHEN" userId="75c4036c-b4f3-4e48-be75-36bc8021e686" providerId="ADAL" clId="{4FD17B2C-7566-4291-85FD-8398E18288E7}" dt="2025-12-04T07:28:43.442" v="2580" actId="22"/>
        <pc:sldMkLst>
          <pc:docMk/>
          <pc:sldMk cId="2465840914" sldId="421"/>
        </pc:sldMkLst>
      </pc:sldChg>
      <pc:sldChg chg="addSp delSp modSp add mod modNotes modNotesTx">
        <pc:chgData name="XIONG　WEIZHEN" userId="75c4036c-b4f3-4e48-be75-36bc8021e686" providerId="ADAL" clId="{4FD17B2C-7566-4291-85FD-8398E18288E7}" dt="2025-12-05T14:36:09.280" v="5723" actId="20577"/>
        <pc:sldMkLst>
          <pc:docMk/>
          <pc:sldMk cId="2382763030" sldId="422"/>
        </pc:sldMkLst>
      </pc:sldChg>
      <pc:sldChg chg="addSp delSp modSp add mod delAnim modAnim modNotes modNotesTx">
        <pc:chgData name="XIONG　WEIZHEN" userId="75c4036c-b4f3-4e48-be75-36bc8021e686" providerId="ADAL" clId="{4FD17B2C-7566-4291-85FD-8398E18288E7}" dt="2025-12-05T14:44:07.607" v="5727"/>
        <pc:sldMkLst>
          <pc:docMk/>
          <pc:sldMk cId="2308820509" sldId="423"/>
        </pc:sldMkLst>
      </pc:sldChg>
      <pc:sldChg chg="addSp delSp modSp add mod delAnim modNotes modNotesTx">
        <pc:chgData name="XIONG　WEIZHEN" userId="75c4036c-b4f3-4e48-be75-36bc8021e686" providerId="ADAL" clId="{4FD17B2C-7566-4291-85FD-8398E18288E7}" dt="2025-12-05T14:47:00.621" v="5732" actId="20577"/>
        <pc:sldMkLst>
          <pc:docMk/>
          <pc:sldMk cId="94493381" sldId="424"/>
        </pc:sldMkLst>
      </pc:sldChg>
      <pc:sldChg chg="addSp delSp modSp add mod modNotes modNotesTx">
        <pc:chgData name="XIONG　WEIZHEN" userId="75c4036c-b4f3-4e48-be75-36bc8021e686" providerId="ADAL" clId="{4FD17B2C-7566-4291-85FD-8398E18288E7}" dt="2025-12-05T14:48:52.887" v="5735" actId="20577"/>
        <pc:sldMkLst>
          <pc:docMk/>
          <pc:sldMk cId="142021027" sldId="425"/>
        </pc:sldMkLst>
      </pc:sldChg>
      <pc:sldChg chg="addSp delSp modSp new mod setBg">
        <pc:chgData name="XIONG　WEIZHEN" userId="75c4036c-b4f3-4e48-be75-36bc8021e686" providerId="ADAL" clId="{4FD17B2C-7566-4291-85FD-8398E18288E7}" dt="2025-12-04T12:50:24.102" v="4387" actId="26606"/>
        <pc:sldMkLst>
          <pc:docMk/>
          <pc:sldMk cId="476883395" sldId="426"/>
        </pc:sldMkLst>
      </pc:sldChg>
      <pc:sldChg chg="addSp delSp modSp add mod modNotes modNotesTx">
        <pc:chgData name="XIONG　WEIZHEN" userId="75c4036c-b4f3-4e48-be75-36bc8021e686" providerId="ADAL" clId="{4FD17B2C-7566-4291-85FD-8398E18288E7}" dt="2025-12-05T14:49:02.466" v="5736" actId="6549"/>
        <pc:sldMkLst>
          <pc:docMk/>
          <pc:sldMk cId="606623460" sldId="427"/>
        </pc:sldMkLst>
      </pc:sldChg>
      <pc:sldChg chg="addSp delSp modSp add mod modNotes modNotesTx">
        <pc:chgData name="XIONG　WEIZHEN" userId="75c4036c-b4f3-4e48-be75-36bc8021e686" providerId="ADAL" clId="{4FD17B2C-7566-4291-85FD-8398E18288E7}" dt="2025-12-05T14:50:03.444" v="5737" actId="20577"/>
        <pc:sldMkLst>
          <pc:docMk/>
          <pc:sldMk cId="2906857061" sldId="428"/>
        </pc:sldMkLst>
      </pc:sldChg>
      <pc:sldChg chg="addSp delSp modSp add mod modNotes modNotesTx">
        <pc:chgData name="XIONG　WEIZHEN" userId="75c4036c-b4f3-4e48-be75-36bc8021e686" providerId="ADAL" clId="{4FD17B2C-7566-4291-85FD-8398E18288E7}" dt="2025-12-05T14:52:56.372" v="5739" actId="20577"/>
        <pc:sldMkLst>
          <pc:docMk/>
          <pc:sldMk cId="3209100420" sldId="429"/>
        </pc:sldMkLst>
      </pc:sldChg>
      <pc:sldChg chg="addSp delSp modSp add mod modNotes modNotesTx">
        <pc:chgData name="XIONG　WEIZHEN" userId="75c4036c-b4f3-4e48-be75-36bc8021e686" providerId="ADAL" clId="{4FD17B2C-7566-4291-85FD-8398E18288E7}" dt="2025-12-05T14:54:06.015" v="5740" actId="20577"/>
        <pc:sldMkLst>
          <pc:docMk/>
          <pc:sldMk cId="1949368709" sldId="430"/>
        </pc:sldMkLst>
      </pc:sldChg>
      <pc:sldChg chg="addSp delSp modSp add mod ord modNotes modNotesTx">
        <pc:chgData name="XIONG　WEIZHEN" userId="75c4036c-b4f3-4e48-be75-36bc8021e686" providerId="ADAL" clId="{4FD17B2C-7566-4291-85FD-8398E18288E7}" dt="2025-12-05T14:52:25.370" v="5738" actId="20577"/>
        <pc:sldMkLst>
          <pc:docMk/>
          <pc:sldMk cId="3771767022" sldId="431"/>
        </pc:sldMkLst>
      </pc:sldChg>
      <pc:sldChg chg="add">
        <pc:chgData name="XIONG　WEIZHEN" userId="75c4036c-b4f3-4e48-be75-36bc8021e686" providerId="ADAL" clId="{4FD17B2C-7566-4291-85FD-8398E18288E7}" dt="2025-12-04T13:32:31.651" v="4799"/>
        <pc:sldMkLst>
          <pc:docMk/>
          <pc:sldMk cId="3717329358" sldId="435"/>
        </pc:sldMkLst>
      </pc:sldChg>
      <pc:sldChg chg="add">
        <pc:chgData name="XIONG　WEIZHEN" userId="75c4036c-b4f3-4e48-be75-36bc8021e686" providerId="ADAL" clId="{4FD17B2C-7566-4291-85FD-8398E18288E7}" dt="2025-12-04T13:32:31.651" v="4799"/>
        <pc:sldMkLst>
          <pc:docMk/>
          <pc:sldMk cId="1266749841" sldId="460"/>
        </pc:sldMkLst>
      </pc:sldChg>
      <pc:sldChg chg="add">
        <pc:chgData name="XIONG　WEIZHEN" userId="75c4036c-b4f3-4e48-be75-36bc8021e686" providerId="ADAL" clId="{4FD17B2C-7566-4291-85FD-8398E18288E7}" dt="2025-12-04T13:32:31.651" v="4799"/>
        <pc:sldMkLst>
          <pc:docMk/>
          <pc:sldMk cId="1960694145" sldId="461"/>
        </pc:sldMkLst>
      </pc:sldChg>
      <pc:sldChg chg="add">
        <pc:chgData name="XIONG　WEIZHEN" userId="75c4036c-b4f3-4e48-be75-36bc8021e686" providerId="ADAL" clId="{4FD17B2C-7566-4291-85FD-8398E18288E7}" dt="2025-12-04T13:32:31.651" v="4799"/>
        <pc:sldMkLst>
          <pc:docMk/>
          <pc:sldMk cId="47763753" sldId="483"/>
        </pc:sldMkLst>
      </pc:sldChg>
      <pc:sldChg chg="add">
        <pc:chgData name="XIONG　WEIZHEN" userId="75c4036c-b4f3-4e48-be75-36bc8021e686" providerId="ADAL" clId="{4FD17B2C-7566-4291-85FD-8398E18288E7}" dt="2025-12-04T13:32:31.651" v="4799"/>
        <pc:sldMkLst>
          <pc:docMk/>
          <pc:sldMk cId="2066744143" sldId="484"/>
        </pc:sldMkLst>
      </pc:sldChg>
      <pc:sldChg chg="add">
        <pc:chgData name="XIONG　WEIZHEN" userId="75c4036c-b4f3-4e48-be75-36bc8021e686" providerId="ADAL" clId="{4FD17B2C-7566-4291-85FD-8398E18288E7}" dt="2025-12-04T13:32:47.942" v="4800"/>
        <pc:sldMkLst>
          <pc:docMk/>
          <pc:sldMk cId="1556755580" sldId="489"/>
        </pc:sldMkLst>
      </pc:sldChg>
      <pc:sldChg chg="modSp add mod">
        <pc:chgData name="XIONG　WEIZHEN" userId="75c4036c-b4f3-4e48-be75-36bc8021e686" providerId="ADAL" clId="{4FD17B2C-7566-4291-85FD-8398E18288E7}" dt="2025-12-05T15:06:33.305" v="6115" actId="14100"/>
        <pc:sldMkLst>
          <pc:docMk/>
          <pc:sldMk cId="3607781950" sldId="490"/>
        </pc:sldMkLst>
      </pc:sldChg>
    </pc:docChg>
  </pc:docChgLst>
  <pc:docChgLst>
    <pc:chgData name="XIONG　WEIZHEN" userId="75c4036c-b4f3-4e48-be75-36bc8021e686" providerId="ADAL" clId="{C0011977-FC15-46B1-9D65-3549E3C987B7}"/>
    <pc:docChg chg="custSel addSld delSld modSld">
      <pc:chgData name="XIONG　WEIZHEN" userId="75c4036c-b4f3-4e48-be75-36bc8021e686" providerId="ADAL" clId="{C0011977-FC15-46B1-9D65-3549E3C987B7}" dt="2025-12-22T04:39:43.419" v="1305" actId="20577"/>
      <pc:docMkLst>
        <pc:docMk/>
      </pc:docMkLst>
      <pc:sldChg chg="del">
        <pc:chgData name="XIONG　WEIZHEN" userId="75c4036c-b4f3-4e48-be75-36bc8021e686" providerId="ADAL" clId="{C0011977-FC15-46B1-9D65-3549E3C987B7}" dt="2025-12-22T04:32:33.411" v="1212" actId="2696"/>
        <pc:sldMkLst>
          <pc:docMk/>
          <pc:sldMk cId="4277871340" sldId="311"/>
        </pc:sldMkLst>
      </pc:sldChg>
      <pc:sldChg chg="addSp delSp modSp">
        <pc:chgData name="XIONG　WEIZHEN" userId="75c4036c-b4f3-4e48-be75-36bc8021e686" providerId="ADAL" clId="{C0011977-FC15-46B1-9D65-3549E3C987B7}" dt="2025-12-22T04:39:43.419" v="1305" actId="20577"/>
        <pc:sldMkLst>
          <pc:docMk/>
          <pc:sldMk cId="725875274" sldId="365"/>
        </pc:sldMkLst>
        <pc:spChg chg="mod">
          <ac:chgData name="XIONG　WEIZHEN" userId="75c4036c-b4f3-4e48-be75-36bc8021e686" providerId="ADAL" clId="{C0011977-FC15-46B1-9D65-3549E3C987B7}" dt="2025-12-22T04:05:24.143" v="23" actId="20577"/>
          <ac:spMkLst>
            <pc:docMk/>
            <pc:sldMk cId="725875274" sldId="365"/>
            <ac:spMk id="4" creationId="{2F0E9E86-BA60-7590-9ED4-5AE25C29E523}"/>
          </ac:spMkLst>
        </pc:spChg>
        <pc:spChg chg="del">
          <ac:chgData name="XIONG　WEIZHEN" userId="75c4036c-b4f3-4e48-be75-36bc8021e686" providerId="ADAL" clId="{C0011977-FC15-46B1-9D65-3549E3C987B7}" dt="2025-12-22T04:05:34.602" v="28" actId="478"/>
          <ac:spMkLst>
            <pc:docMk/>
            <pc:sldMk cId="725875274" sldId="365"/>
            <ac:spMk id="7" creationId="{D40BA0A0-27BD-7CEE-0DA1-BC3D0A9ABC43}"/>
          </ac:spMkLst>
        </pc:spChg>
        <pc:spChg chg="del">
          <ac:chgData name="XIONG　WEIZHEN" userId="75c4036c-b4f3-4e48-be75-36bc8021e686" providerId="ADAL" clId="{C0011977-FC15-46B1-9D65-3549E3C987B7}" dt="2025-12-22T04:05:31.628" v="24" actId="478"/>
          <ac:spMkLst>
            <pc:docMk/>
            <pc:sldMk cId="725875274" sldId="365"/>
            <ac:spMk id="8" creationId="{DFFE0A65-E1ED-FAC3-11BE-888748E709F5}"/>
          </ac:spMkLst>
        </pc:spChg>
        <pc:spChg chg="del">
          <ac:chgData name="XIONG　WEIZHEN" userId="75c4036c-b4f3-4e48-be75-36bc8021e686" providerId="ADAL" clId="{C0011977-FC15-46B1-9D65-3549E3C987B7}" dt="2025-12-22T04:05:40.749" v="33" actId="478"/>
          <ac:spMkLst>
            <pc:docMk/>
            <pc:sldMk cId="725875274" sldId="365"/>
            <ac:spMk id="9" creationId="{B240F67A-D1CD-3986-28E9-B85E014DC6C2}"/>
          </ac:spMkLst>
        </pc:spChg>
        <pc:spChg chg="del">
          <ac:chgData name="XIONG　WEIZHEN" userId="75c4036c-b4f3-4e48-be75-36bc8021e686" providerId="ADAL" clId="{C0011977-FC15-46B1-9D65-3549E3C987B7}" dt="2025-12-22T04:05:37.117" v="30" actId="478"/>
          <ac:spMkLst>
            <pc:docMk/>
            <pc:sldMk cId="725875274" sldId="365"/>
            <ac:spMk id="10" creationId="{BC15CA62-B233-6F85-0A95-CBAFB9BBE23F}"/>
          </ac:spMkLst>
        </pc:spChg>
        <pc:spChg chg="del">
          <ac:chgData name="XIONG　WEIZHEN" userId="75c4036c-b4f3-4e48-be75-36bc8021e686" providerId="ADAL" clId="{C0011977-FC15-46B1-9D65-3549E3C987B7}" dt="2025-12-22T04:05:40.043" v="32" actId="478"/>
          <ac:spMkLst>
            <pc:docMk/>
            <pc:sldMk cId="725875274" sldId="365"/>
            <ac:spMk id="11" creationId="{9A8AB54D-6954-8F5A-7C64-D45FB7EF3545}"/>
          </ac:spMkLst>
        </pc:spChg>
        <pc:spChg chg="del">
          <ac:chgData name="XIONG　WEIZHEN" userId="75c4036c-b4f3-4e48-be75-36bc8021e686" providerId="ADAL" clId="{C0011977-FC15-46B1-9D65-3549E3C987B7}" dt="2025-12-22T04:05:32.358" v="25" actId="478"/>
          <ac:spMkLst>
            <pc:docMk/>
            <pc:sldMk cId="725875274" sldId="365"/>
            <ac:spMk id="12" creationId="{D2922A9C-FCA7-74C5-2EC4-E5A5A3A42790}"/>
          </ac:spMkLst>
        </pc:spChg>
        <pc:spChg chg="del">
          <ac:chgData name="XIONG　WEIZHEN" userId="75c4036c-b4f3-4e48-be75-36bc8021e686" providerId="ADAL" clId="{C0011977-FC15-46B1-9D65-3549E3C987B7}" dt="2025-12-22T04:05:33.373" v="26" actId="478"/>
          <ac:spMkLst>
            <pc:docMk/>
            <pc:sldMk cId="725875274" sldId="365"/>
            <ac:spMk id="13" creationId="{6B3A6815-D40B-7389-92DE-ABF8CAD48AC3}"/>
          </ac:spMkLst>
        </pc:spChg>
        <pc:spChg chg="del">
          <ac:chgData name="XIONG　WEIZHEN" userId="75c4036c-b4f3-4e48-be75-36bc8021e686" providerId="ADAL" clId="{C0011977-FC15-46B1-9D65-3549E3C987B7}" dt="2025-12-22T04:05:33.897" v="27" actId="478"/>
          <ac:spMkLst>
            <pc:docMk/>
            <pc:sldMk cId="725875274" sldId="365"/>
            <ac:spMk id="14" creationId="{16385A3B-A5EA-2B71-7D66-0A329800F1C7}"/>
          </ac:spMkLst>
        </pc:spChg>
        <pc:spChg chg="del">
          <ac:chgData name="XIONG　WEIZHEN" userId="75c4036c-b4f3-4e48-be75-36bc8021e686" providerId="ADAL" clId="{C0011977-FC15-46B1-9D65-3549E3C987B7}" dt="2025-12-22T04:05:36.280" v="29" actId="478"/>
          <ac:spMkLst>
            <pc:docMk/>
            <pc:sldMk cId="725875274" sldId="365"/>
            <ac:spMk id="16" creationId="{95237253-D562-17C5-1817-91AE836B9932}"/>
          </ac:spMkLst>
        </pc:spChg>
        <pc:spChg chg="del">
          <ac:chgData name="XIONG　WEIZHEN" userId="75c4036c-b4f3-4e48-be75-36bc8021e686" providerId="ADAL" clId="{C0011977-FC15-46B1-9D65-3549E3C987B7}" dt="2025-12-22T04:05:38.542" v="31" actId="478"/>
          <ac:spMkLst>
            <pc:docMk/>
            <pc:sldMk cId="725875274" sldId="365"/>
            <ac:spMk id="20" creationId="{029849C4-EB89-2457-2F23-6B39A28F4A2A}"/>
          </ac:spMkLst>
        </pc:spChg>
        <pc:graphicFrameChg chg="add mod modGraphic">
          <ac:chgData name="XIONG　WEIZHEN" userId="75c4036c-b4f3-4e48-be75-36bc8021e686" providerId="ADAL" clId="{C0011977-FC15-46B1-9D65-3549E3C987B7}" dt="2025-12-22T04:39:43.419" v="1305" actId="20577"/>
          <ac:graphicFrameMkLst>
            <pc:docMk/>
            <pc:sldMk cId="725875274" sldId="365"/>
            <ac:graphicFrameMk id="17" creationId="{EF60B24E-0C4C-C022-56AB-D18B99C96A62}"/>
          </ac:graphicFrameMkLst>
        </pc:graphicFrameChg>
        <pc:cxnChg chg="mod">
          <ac:chgData name="XIONG　WEIZHEN" userId="75c4036c-b4f3-4e48-be75-36bc8021e686" providerId="ADAL" clId="{C0011977-FC15-46B1-9D65-3549E3C987B7}" dt="2025-12-22T04:07:08.777" v="41" actId="14100"/>
          <ac:cxnSpMkLst>
            <pc:docMk/>
            <pc:sldMk cId="725875274" sldId="365"/>
            <ac:cxnSpMk id="5" creationId="{4CB3F0A6-63DC-C1DA-5A99-6F0302674F41}"/>
          </ac:cxnSpMkLst>
        </pc:cxnChg>
        <pc:cxnChg chg="mod">
          <ac:chgData name="XIONG　WEIZHEN" userId="75c4036c-b4f3-4e48-be75-36bc8021e686" providerId="ADAL" clId="{C0011977-FC15-46B1-9D65-3549E3C987B7}" dt="2025-12-22T04:06:59.844" v="38" actId="14100"/>
          <ac:cxnSpMkLst>
            <pc:docMk/>
            <pc:sldMk cId="725875274" sldId="365"/>
            <ac:cxnSpMk id="6" creationId="{E591C3F7-B9D9-2112-7B70-7866B6A54FAC}"/>
          </ac:cxnSpMkLst>
        </pc:cxnChg>
      </pc:sldChg>
      <pc:sldChg chg="new del">
        <pc:chgData name="XIONG　WEIZHEN" userId="75c4036c-b4f3-4e48-be75-36bc8021e686" providerId="ADAL" clId="{C0011977-FC15-46B1-9D65-3549E3C987B7}" dt="2025-12-22T04:33:00.540" v="1229" actId="2696"/>
        <pc:sldMkLst>
          <pc:docMk/>
          <pc:sldMk cId="2878600891" sldId="366"/>
        </pc:sldMkLst>
      </pc:sldChg>
      <pc:sldChg chg="delSp modSp add del">
        <pc:chgData name="XIONG　WEIZHEN" userId="75c4036c-b4f3-4e48-be75-36bc8021e686" providerId="ADAL" clId="{C0011977-FC15-46B1-9D65-3549E3C987B7}" dt="2025-12-22T04:36:10.549" v="1256" actId="2696"/>
        <pc:sldMkLst>
          <pc:docMk/>
          <pc:sldMk cId="3016211925" sldId="366"/>
        </pc:sldMkLst>
        <pc:spChg chg="mod">
          <ac:chgData name="XIONG　WEIZHEN" userId="75c4036c-b4f3-4e48-be75-36bc8021e686" providerId="ADAL" clId="{C0011977-FC15-46B1-9D65-3549E3C987B7}" dt="2025-12-22T04:33:14.052" v="1254" actId="20577"/>
          <ac:spMkLst>
            <pc:docMk/>
            <pc:sldMk cId="3016211925" sldId="366"/>
            <ac:spMk id="4" creationId="{2F0E9E86-BA60-7590-9ED4-5AE25C29E523}"/>
          </ac:spMkLst>
        </pc:spChg>
        <pc:graphicFrameChg chg="del">
          <ac:chgData name="XIONG　WEIZHEN" userId="75c4036c-b4f3-4e48-be75-36bc8021e686" providerId="ADAL" clId="{C0011977-FC15-46B1-9D65-3549E3C987B7}" dt="2025-12-22T04:33:16.248" v="1255" actId="478"/>
          <ac:graphicFrameMkLst>
            <pc:docMk/>
            <pc:sldMk cId="3016211925" sldId="366"/>
            <ac:graphicFrameMk id="17" creationId="{EF60B24E-0C4C-C022-56AB-D18B99C96A62}"/>
          </ac:graphicFrameMkLst>
        </pc:graphicFrameChg>
      </pc:sldChg>
      <pc:sldChg chg="del">
        <pc:chgData name="XIONG　WEIZHEN" userId="75c4036c-b4f3-4e48-be75-36bc8021e686" providerId="ADAL" clId="{C0011977-FC15-46B1-9D65-3549E3C987B7}" dt="2025-12-22T04:32:33.145" v="1210" actId="2696"/>
        <pc:sldMkLst>
          <pc:docMk/>
          <pc:sldMk cId="2094395070" sldId="389"/>
        </pc:sldMkLst>
      </pc:sldChg>
      <pc:sldChg chg="del">
        <pc:chgData name="XIONG　WEIZHEN" userId="75c4036c-b4f3-4e48-be75-36bc8021e686" providerId="ADAL" clId="{C0011977-FC15-46B1-9D65-3549E3C987B7}" dt="2025-12-22T04:32:35.396" v="1225" actId="2696"/>
        <pc:sldMkLst>
          <pc:docMk/>
          <pc:sldMk cId="3365537012" sldId="400"/>
        </pc:sldMkLst>
      </pc:sldChg>
      <pc:sldChg chg="del">
        <pc:chgData name="XIONG　WEIZHEN" userId="75c4036c-b4f3-4e48-be75-36bc8021e686" providerId="ADAL" clId="{C0011977-FC15-46B1-9D65-3549E3C987B7}" dt="2025-12-22T04:32:35.565" v="1226" actId="2696"/>
        <pc:sldMkLst>
          <pc:docMk/>
          <pc:sldMk cId="1636794695" sldId="417"/>
        </pc:sldMkLst>
      </pc:sldChg>
      <pc:sldChg chg="del">
        <pc:chgData name="XIONG　WEIZHEN" userId="75c4036c-b4f3-4e48-be75-36bc8021e686" providerId="ADAL" clId="{C0011977-FC15-46B1-9D65-3549E3C987B7}" dt="2025-12-22T04:32:35.297" v="1224" actId="2696"/>
        <pc:sldMkLst>
          <pc:docMk/>
          <pc:sldMk cId="720136327" sldId="418"/>
        </pc:sldMkLst>
      </pc:sldChg>
      <pc:sldChg chg="del">
        <pc:chgData name="XIONG　WEIZHEN" userId="75c4036c-b4f3-4e48-be75-36bc8021e686" providerId="ADAL" clId="{C0011977-FC15-46B1-9D65-3549E3C987B7}" dt="2025-12-22T04:32:35.208" v="1223" actId="2696"/>
        <pc:sldMkLst>
          <pc:docMk/>
          <pc:sldMk cId="3485638666" sldId="419"/>
        </pc:sldMkLst>
      </pc:sldChg>
      <pc:sldChg chg="del">
        <pc:chgData name="XIONG　WEIZHEN" userId="75c4036c-b4f3-4e48-be75-36bc8021e686" providerId="ADAL" clId="{C0011977-FC15-46B1-9D65-3549E3C987B7}" dt="2025-12-22T04:32:34.958" v="1222" actId="2696"/>
        <pc:sldMkLst>
          <pc:docMk/>
          <pc:sldMk cId="2110779401" sldId="420"/>
        </pc:sldMkLst>
      </pc:sldChg>
      <pc:sldChg chg="del">
        <pc:chgData name="XIONG　WEIZHEN" userId="75c4036c-b4f3-4e48-be75-36bc8021e686" providerId="ADAL" clId="{C0011977-FC15-46B1-9D65-3549E3C987B7}" dt="2025-12-22T04:32:31.889" v="1202" actId="2696"/>
        <pc:sldMkLst>
          <pc:docMk/>
          <pc:sldMk cId="2465840914" sldId="421"/>
        </pc:sldMkLst>
      </pc:sldChg>
      <pc:sldChg chg="del">
        <pc:chgData name="XIONG　WEIZHEN" userId="75c4036c-b4f3-4e48-be75-36bc8021e686" providerId="ADAL" clId="{C0011977-FC15-46B1-9D65-3549E3C987B7}" dt="2025-12-22T04:32:34.736" v="1221" actId="2696"/>
        <pc:sldMkLst>
          <pc:docMk/>
          <pc:sldMk cId="2382763030" sldId="422"/>
        </pc:sldMkLst>
      </pc:sldChg>
      <pc:sldChg chg="del">
        <pc:chgData name="XIONG　WEIZHEN" userId="75c4036c-b4f3-4e48-be75-36bc8021e686" providerId="ADAL" clId="{C0011977-FC15-46B1-9D65-3549E3C987B7}" dt="2025-12-22T04:32:34.647" v="1220" actId="2696"/>
        <pc:sldMkLst>
          <pc:docMk/>
          <pc:sldMk cId="2308820509" sldId="423"/>
        </pc:sldMkLst>
      </pc:sldChg>
      <pc:sldChg chg="del">
        <pc:chgData name="XIONG　WEIZHEN" userId="75c4036c-b4f3-4e48-be75-36bc8021e686" providerId="ADAL" clId="{C0011977-FC15-46B1-9D65-3549E3C987B7}" dt="2025-12-22T04:32:34.465" v="1219" actId="2696"/>
        <pc:sldMkLst>
          <pc:docMk/>
          <pc:sldMk cId="94493381" sldId="424"/>
        </pc:sldMkLst>
      </pc:sldChg>
      <pc:sldChg chg="del">
        <pc:chgData name="XIONG　WEIZHEN" userId="75c4036c-b4f3-4e48-be75-36bc8021e686" providerId="ADAL" clId="{C0011977-FC15-46B1-9D65-3549E3C987B7}" dt="2025-12-22T04:32:34.277" v="1218" actId="2696"/>
        <pc:sldMkLst>
          <pc:docMk/>
          <pc:sldMk cId="142021027" sldId="425"/>
        </pc:sldMkLst>
      </pc:sldChg>
      <pc:sldChg chg="del">
        <pc:chgData name="XIONG　WEIZHEN" userId="75c4036c-b4f3-4e48-be75-36bc8021e686" providerId="ADAL" clId="{C0011977-FC15-46B1-9D65-3549E3C987B7}" dt="2025-12-22T04:32:31.740" v="1201" actId="2696"/>
        <pc:sldMkLst>
          <pc:docMk/>
          <pc:sldMk cId="476883395" sldId="426"/>
        </pc:sldMkLst>
      </pc:sldChg>
      <pc:sldChg chg="del">
        <pc:chgData name="XIONG　WEIZHEN" userId="75c4036c-b4f3-4e48-be75-36bc8021e686" providerId="ADAL" clId="{C0011977-FC15-46B1-9D65-3549E3C987B7}" dt="2025-12-22T04:32:34.200" v="1217" actId="2696"/>
        <pc:sldMkLst>
          <pc:docMk/>
          <pc:sldMk cId="606623460" sldId="427"/>
        </pc:sldMkLst>
      </pc:sldChg>
      <pc:sldChg chg="del">
        <pc:chgData name="XIONG　WEIZHEN" userId="75c4036c-b4f3-4e48-be75-36bc8021e686" providerId="ADAL" clId="{C0011977-FC15-46B1-9D65-3549E3C987B7}" dt="2025-12-22T04:32:33.973" v="1216" actId="2696"/>
        <pc:sldMkLst>
          <pc:docMk/>
          <pc:sldMk cId="2906857061" sldId="428"/>
        </pc:sldMkLst>
      </pc:sldChg>
      <pc:sldChg chg="del">
        <pc:chgData name="XIONG　WEIZHEN" userId="75c4036c-b4f3-4e48-be75-36bc8021e686" providerId="ADAL" clId="{C0011977-FC15-46B1-9D65-3549E3C987B7}" dt="2025-12-22T04:32:33.691" v="1214" actId="2696"/>
        <pc:sldMkLst>
          <pc:docMk/>
          <pc:sldMk cId="3209100420" sldId="429"/>
        </pc:sldMkLst>
      </pc:sldChg>
      <pc:sldChg chg="del">
        <pc:chgData name="XIONG　WEIZHEN" userId="75c4036c-b4f3-4e48-be75-36bc8021e686" providerId="ADAL" clId="{C0011977-FC15-46B1-9D65-3549E3C987B7}" dt="2025-12-22T04:32:33.540" v="1213" actId="2696"/>
        <pc:sldMkLst>
          <pc:docMk/>
          <pc:sldMk cId="1949368709" sldId="430"/>
        </pc:sldMkLst>
      </pc:sldChg>
      <pc:sldChg chg="del">
        <pc:chgData name="XIONG　WEIZHEN" userId="75c4036c-b4f3-4e48-be75-36bc8021e686" providerId="ADAL" clId="{C0011977-FC15-46B1-9D65-3549E3C987B7}" dt="2025-12-22T04:32:33.854" v="1215" actId="2696"/>
        <pc:sldMkLst>
          <pc:docMk/>
          <pc:sldMk cId="3771767022" sldId="431"/>
        </pc:sldMkLst>
      </pc:sldChg>
      <pc:sldChg chg="del">
        <pc:chgData name="XIONG　WEIZHEN" userId="75c4036c-b4f3-4e48-be75-36bc8021e686" providerId="ADAL" clId="{C0011977-FC15-46B1-9D65-3549E3C987B7}" dt="2025-12-22T04:32:32.282" v="1204" actId="2696"/>
        <pc:sldMkLst>
          <pc:docMk/>
          <pc:sldMk cId="3717329358" sldId="435"/>
        </pc:sldMkLst>
      </pc:sldChg>
      <pc:sldChg chg="del">
        <pc:chgData name="XIONG　WEIZHEN" userId="75c4036c-b4f3-4e48-be75-36bc8021e686" providerId="ADAL" clId="{C0011977-FC15-46B1-9D65-3549E3C987B7}" dt="2025-12-22T04:32:32.990" v="1209" actId="2696"/>
        <pc:sldMkLst>
          <pc:docMk/>
          <pc:sldMk cId="1266749841" sldId="460"/>
        </pc:sldMkLst>
      </pc:sldChg>
      <pc:sldChg chg="del">
        <pc:chgData name="XIONG　WEIZHEN" userId="75c4036c-b4f3-4e48-be75-36bc8021e686" providerId="ADAL" clId="{C0011977-FC15-46B1-9D65-3549E3C987B7}" dt="2025-12-22T04:32:32.782" v="1207" actId="2696"/>
        <pc:sldMkLst>
          <pc:docMk/>
          <pc:sldMk cId="1960694145" sldId="461"/>
        </pc:sldMkLst>
      </pc:sldChg>
      <pc:sldChg chg="del">
        <pc:chgData name="XIONG　WEIZHEN" userId="75c4036c-b4f3-4e48-be75-36bc8021e686" providerId="ADAL" clId="{C0011977-FC15-46B1-9D65-3549E3C987B7}" dt="2025-12-22T04:32:32.644" v="1206" actId="2696"/>
        <pc:sldMkLst>
          <pc:docMk/>
          <pc:sldMk cId="47763753" sldId="483"/>
        </pc:sldMkLst>
      </pc:sldChg>
      <pc:sldChg chg="del">
        <pc:chgData name="XIONG　WEIZHEN" userId="75c4036c-b4f3-4e48-be75-36bc8021e686" providerId="ADAL" clId="{C0011977-FC15-46B1-9D65-3549E3C987B7}" dt="2025-12-22T04:32:32.495" v="1205" actId="2696"/>
        <pc:sldMkLst>
          <pc:docMk/>
          <pc:sldMk cId="2066744143" sldId="484"/>
        </pc:sldMkLst>
      </pc:sldChg>
      <pc:sldChg chg="del">
        <pc:chgData name="XIONG　WEIZHEN" userId="75c4036c-b4f3-4e48-be75-36bc8021e686" providerId="ADAL" clId="{C0011977-FC15-46B1-9D65-3549E3C987B7}" dt="2025-12-22T04:32:32.182" v="1203" actId="2696"/>
        <pc:sldMkLst>
          <pc:docMk/>
          <pc:sldMk cId="1556755580" sldId="489"/>
        </pc:sldMkLst>
      </pc:sldChg>
      <pc:sldChg chg="del">
        <pc:chgData name="XIONG　WEIZHEN" userId="75c4036c-b4f3-4e48-be75-36bc8021e686" providerId="ADAL" clId="{C0011977-FC15-46B1-9D65-3549E3C987B7}" dt="2025-12-22T04:32:33.278" v="1211" actId="2696"/>
        <pc:sldMkLst>
          <pc:docMk/>
          <pc:sldMk cId="3607781950" sldId="490"/>
        </pc:sldMkLst>
      </pc:sldChg>
      <pc:sldChg chg="del">
        <pc:chgData name="XIONG　WEIZHEN" userId="75c4036c-b4f3-4e48-be75-36bc8021e686" providerId="ADAL" clId="{C0011977-FC15-46B1-9D65-3549E3C987B7}" dt="2025-12-22T04:32:32.942" v="1208" actId="2696"/>
        <pc:sldMkLst>
          <pc:docMk/>
          <pc:sldMk cId="2668271589" sldId="491"/>
        </pc:sldMkLst>
      </pc:sldChg>
      <pc:sldChg chg="add del">
        <pc:chgData name="XIONG　WEIZHEN" userId="75c4036c-b4f3-4e48-be75-36bc8021e686" providerId="ADAL" clId="{C0011977-FC15-46B1-9D65-3549E3C987B7}" dt="2025-12-22T04:32:36.555" v="1227" actId="2696"/>
        <pc:sldMkLst>
          <pc:docMk/>
          <pc:sldMk cId="34378690" sldId="492"/>
        </pc:sldMkLst>
      </pc:sldChg>
      <pc:sldChg chg="new del">
        <pc:chgData name="XIONG　WEIZHEN" userId="75c4036c-b4f3-4e48-be75-36bc8021e686" providerId="ADAL" clId="{C0011977-FC15-46B1-9D65-3549E3C987B7}" dt="2025-12-22T04:04:57.562" v="1" actId="2696"/>
        <pc:sldMkLst>
          <pc:docMk/>
          <pc:sldMk cId="46701729" sldId="492"/>
        </pc:sldMkLst>
      </pc:sldChg>
    </pc:docChg>
  </pc:docChgLst>
  <pc:docChgLst>
    <pc:chgData name="XIONG　WEIZHEN" userId="75c4036c-b4f3-4e48-be75-36bc8021e686" providerId="ADAL" clId="{8B20F17A-0E55-4ED7-9FF6-5E38533176CE}"/>
    <pc:docChg chg="undo redo custSel addSld modSld">
      <pc:chgData name="XIONG　WEIZHEN" userId="75c4036c-b4f3-4e48-be75-36bc8021e686" providerId="ADAL" clId="{8B20F17A-0E55-4ED7-9FF6-5E38533176CE}" dt="2025-12-06T06:19:34.072" v="2625" actId="20577"/>
      <pc:docMkLst>
        <pc:docMk/>
      </pc:docMkLst>
      <pc:sldChg chg="modSp mod">
        <pc:chgData name="XIONG　WEIZHEN" userId="75c4036c-b4f3-4e48-be75-36bc8021e686" providerId="ADAL" clId="{8B20F17A-0E55-4ED7-9FF6-5E38533176CE}" dt="2025-12-05T05:27:52.484" v="165" actId="1038"/>
        <pc:sldMkLst>
          <pc:docMk/>
          <pc:sldMk cId="3365537012" sldId="400"/>
        </pc:sldMkLst>
      </pc:sldChg>
      <pc:sldChg chg="modSp mod">
        <pc:chgData name="XIONG　WEIZHEN" userId="75c4036c-b4f3-4e48-be75-36bc8021e686" providerId="ADAL" clId="{8B20F17A-0E55-4ED7-9FF6-5E38533176CE}" dt="2025-12-05T05:18:16.603" v="45" actId="20577"/>
        <pc:sldMkLst>
          <pc:docMk/>
          <pc:sldMk cId="1636794695" sldId="417"/>
        </pc:sldMkLst>
      </pc:sldChg>
      <pc:sldChg chg="addSp delSp modSp mod">
        <pc:chgData name="XIONG　WEIZHEN" userId="75c4036c-b4f3-4e48-be75-36bc8021e686" providerId="ADAL" clId="{8B20F17A-0E55-4ED7-9FF6-5E38533176CE}" dt="2025-12-05T05:46:01.329" v="418" actId="20577"/>
        <pc:sldMkLst>
          <pc:docMk/>
          <pc:sldMk cId="720136327" sldId="418"/>
        </pc:sldMkLst>
      </pc:sldChg>
      <pc:sldChg chg="addSp delSp modSp mod">
        <pc:chgData name="XIONG　WEIZHEN" userId="75c4036c-b4f3-4e48-be75-36bc8021e686" providerId="ADAL" clId="{8B20F17A-0E55-4ED7-9FF6-5E38533176CE}" dt="2025-12-05T06:08:19.539" v="894" actId="20577"/>
        <pc:sldMkLst>
          <pc:docMk/>
          <pc:sldMk cId="3485638666" sldId="419"/>
        </pc:sldMkLst>
      </pc:sldChg>
      <pc:sldChg chg="addSp modSp mod">
        <pc:chgData name="XIONG　WEIZHEN" userId="75c4036c-b4f3-4e48-be75-36bc8021e686" providerId="ADAL" clId="{8B20F17A-0E55-4ED7-9FF6-5E38533176CE}" dt="2025-12-05T06:57:59.690" v="1529" actId="20577"/>
        <pc:sldMkLst>
          <pc:docMk/>
          <pc:sldMk cId="2110779401" sldId="420"/>
        </pc:sldMkLst>
      </pc:sldChg>
      <pc:sldChg chg="addSp modSp mod modNotesTx">
        <pc:chgData name="XIONG　WEIZHEN" userId="75c4036c-b4f3-4e48-be75-36bc8021e686" providerId="ADAL" clId="{8B20F17A-0E55-4ED7-9FF6-5E38533176CE}" dt="2025-12-06T06:19:34.072" v="2625" actId="20577"/>
        <pc:sldMkLst>
          <pc:docMk/>
          <pc:sldMk cId="2382763030" sldId="422"/>
        </pc:sldMkLst>
      </pc:sldChg>
      <pc:sldChg chg="modSp mod modNotes">
        <pc:chgData name="XIONG　WEIZHEN" userId="75c4036c-b4f3-4e48-be75-36bc8021e686" providerId="ADAL" clId="{8B20F17A-0E55-4ED7-9FF6-5E38533176CE}" dt="2025-12-06T02:20:43.755" v="2566"/>
        <pc:sldMkLst>
          <pc:docMk/>
          <pc:sldMk cId="2308820509" sldId="423"/>
        </pc:sldMkLst>
      </pc:sldChg>
      <pc:sldChg chg="modSp mod">
        <pc:chgData name="XIONG　WEIZHEN" userId="75c4036c-b4f3-4e48-be75-36bc8021e686" providerId="ADAL" clId="{8B20F17A-0E55-4ED7-9FF6-5E38533176CE}" dt="2025-12-06T02:34:01.136" v="2624" actId="20577"/>
        <pc:sldMkLst>
          <pc:docMk/>
          <pc:sldMk cId="94493381" sldId="424"/>
        </pc:sldMkLst>
      </pc:sldChg>
      <pc:sldChg chg="delSp mod">
        <pc:chgData name="XIONG　WEIZHEN" userId="75c4036c-b4f3-4e48-be75-36bc8021e686" providerId="ADAL" clId="{8B20F17A-0E55-4ED7-9FF6-5E38533176CE}" dt="2025-12-05T03:15:53.211" v="1" actId="478"/>
        <pc:sldMkLst>
          <pc:docMk/>
          <pc:sldMk cId="1949368709" sldId="430"/>
        </pc:sldMkLst>
      </pc:sldChg>
      <pc:sldChg chg="delSp mod">
        <pc:chgData name="XIONG　WEIZHEN" userId="75c4036c-b4f3-4e48-be75-36bc8021e686" providerId="ADAL" clId="{8B20F17A-0E55-4ED7-9FF6-5E38533176CE}" dt="2025-12-05T03:15:49.161" v="0" actId="478"/>
        <pc:sldMkLst>
          <pc:docMk/>
          <pc:sldMk cId="3771767022" sldId="431"/>
        </pc:sldMkLst>
      </pc:sldChg>
      <pc:sldChg chg="addSp modSp mod">
        <pc:chgData name="XIONG　WEIZHEN" userId="75c4036c-b4f3-4e48-be75-36bc8021e686" providerId="ADAL" clId="{8B20F17A-0E55-4ED7-9FF6-5E38533176CE}" dt="2025-12-06T02:19:42.011" v="2537" actId="20577"/>
        <pc:sldMkLst>
          <pc:docMk/>
          <pc:sldMk cId="1266749841" sldId="460"/>
        </pc:sldMkLst>
      </pc:sldChg>
      <pc:sldChg chg="modSp mod">
        <pc:chgData name="XIONG　WEIZHEN" userId="75c4036c-b4f3-4e48-be75-36bc8021e686" providerId="ADAL" clId="{8B20F17A-0E55-4ED7-9FF6-5E38533176CE}" dt="2025-12-06T02:20:04.882" v="2545" actId="20577"/>
        <pc:sldMkLst>
          <pc:docMk/>
          <pc:sldMk cId="47763753" sldId="483"/>
        </pc:sldMkLst>
      </pc:sldChg>
      <pc:sldChg chg="modSp">
        <pc:chgData name="XIONG　WEIZHEN" userId="75c4036c-b4f3-4e48-be75-36bc8021e686" providerId="ADAL" clId="{8B20F17A-0E55-4ED7-9FF6-5E38533176CE}" dt="2025-12-06T02:20:16.755" v="2551" actId="20577"/>
        <pc:sldMkLst>
          <pc:docMk/>
          <pc:sldMk cId="2066744143" sldId="484"/>
        </pc:sldMkLst>
      </pc:sldChg>
      <pc:sldChg chg="modSp mod">
        <pc:chgData name="XIONG　WEIZHEN" userId="75c4036c-b4f3-4e48-be75-36bc8021e686" providerId="ADAL" clId="{8B20F17A-0E55-4ED7-9FF6-5E38533176CE}" dt="2025-12-06T02:20:43.755" v="2566"/>
        <pc:sldMkLst>
          <pc:docMk/>
          <pc:sldMk cId="1556755580" sldId="489"/>
        </pc:sldMkLst>
      </pc:sldChg>
      <pc:sldChg chg="add">
        <pc:chgData name="XIONG　WEIZHEN" userId="75c4036c-b4f3-4e48-be75-36bc8021e686" providerId="ADAL" clId="{8B20F17A-0E55-4ED7-9FF6-5E38533176CE}" dt="2025-12-06T01:53:45.243" v="1705"/>
        <pc:sldMkLst>
          <pc:docMk/>
          <pc:sldMk cId="2668271589" sldId="4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B4AC6C91-197E-4520-30D2-ED8D51A8BD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06CE43-14CE-2793-AE6C-E3D1C95097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6FCA0-8644-4C8B-8D71-859E8A30C3A0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4521136-58F8-F2F9-E2C7-E34629F4B5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1E0F09E-B737-A05D-A4B1-B85A482271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64AD4-E269-44D2-99F1-02AE72C51A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193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72FDE-A807-4F62-9841-F8BC4BAF11A3}" type="datetimeFigureOut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5B3ED-27B3-4A75-A9C0-1623935124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93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ja-JP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それでは</a:t>
            </a:r>
            <a:r>
              <a:rPr lang="en-US" altLang="zh-CN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OPI</a:t>
            </a:r>
            <a:r>
              <a:rPr lang="ja-JP" altLang="en-US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法による</a:t>
            </a:r>
            <a:r>
              <a:rPr lang="en-US" altLang="zh-CN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PV</a:t>
            </a:r>
            <a:r>
              <a:rPr lang="ja-JP" altLang="en-US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システムの発電性能評価</a:t>
            </a:r>
            <a:r>
              <a:rPr lang="ja-JP" altLang="ja-JP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と題しまして</a:t>
            </a:r>
            <a:r>
              <a:rPr lang="ja-JP" altLang="en-US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、</a:t>
            </a:r>
            <a:r>
              <a:rPr lang="en-US" altLang="ja-JP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M1</a:t>
            </a:r>
            <a:r>
              <a:rPr lang="ja-JP" altLang="ja-JP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の</a:t>
            </a:r>
            <a:r>
              <a:rPr lang="ja-JP" altLang="en-US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ション</a:t>
            </a:r>
            <a:r>
              <a:rPr lang="ja-JP" altLang="ja-JP" sz="1200" kern="100" dirty="0">
                <a:effectLst/>
                <a:latin typeface="游明朝" panose="02020400000000000000" pitchFamily="18" charset="-128"/>
                <a:ea typeface="游明朝" panose="02020400000000000000" pitchFamily="18" charset="-128"/>
                <a:cs typeface="Times New Roman" panose="02020603050405020304" pitchFamily="18" charset="0"/>
              </a:rPr>
              <a:t>が発表させていただきます。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5B3ED-27B3-4A75-A9C0-16239351248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1438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IT</a:t>
            </a:r>
            <a:r>
              <a:rPr lang="ja-JP" altLang="en-US" dirty="0"/>
              <a:t>制度の導入から</a:t>
            </a:r>
            <a:r>
              <a:rPr lang="en-US" altLang="ja-JP" dirty="0"/>
              <a:t>10</a:t>
            </a:r>
            <a:r>
              <a:rPr lang="ja-JP" altLang="en-US" dirty="0"/>
              <a:t>年以上が経過し、太陽光発電システムは急速に増加しました。 しかし、その多くには</a:t>
            </a:r>
            <a:r>
              <a:rPr lang="ja-JP" altLang="en-US" b="0" dirty="0"/>
              <a:t>日射計が設置されていないため、</a:t>
            </a:r>
            <a:r>
              <a:rPr lang="ja-JP" altLang="en-US" dirty="0"/>
              <a:t>長期安定運用のための「性能評価」が難しいという現状があります。</a:t>
            </a:r>
          </a:p>
          <a:p>
            <a:r>
              <a:rPr lang="ja-JP" altLang="en-US" dirty="0"/>
              <a:t>評価にあたっての</a:t>
            </a:r>
            <a:r>
              <a:rPr lang="ja-JP" altLang="en-US" b="0" dirty="0"/>
              <a:t>大きな課題は、信頼できるデータの欠如です。 </a:t>
            </a:r>
            <a:r>
              <a:rPr lang="ja-JP" altLang="en-US" dirty="0"/>
              <a:t>現場に日射データがない場合、近隣の気象データを使うことになりますが、データの粒度が低かったり、発電所と観測地点に地理的な距離があったりと、正確な評価のさまたげとなっています。</a:t>
            </a:r>
          </a:p>
          <a:p>
            <a:r>
              <a:rPr lang="ja-JP" altLang="en-US" dirty="0"/>
              <a:t>そこで本研究では、誰でも入手可能な「気象庁データ」を活用することで、 「太陽光パネルにかかる定常的な日陰」を検出できる、汎用性の高い評価手法を開発することを目的としました。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5B3ED-27B3-4A75-A9C0-16239351248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2889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33FCC5-B887-B1D6-B3EE-98D5D1494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1EDEF8D-B214-D179-057B-F91234045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66F17B-49CB-16A6-96E1-51A4A6E4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DEA8E-852F-4C72-9D11-CF4EF198003B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F7DB69-EC26-8C66-DFFE-1C56531A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DA6CCB-3D38-FCBC-1ECC-D13F84777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355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93B6ED-9A52-2D57-B0A0-3F6BFF0F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02C1CD-0D0E-419D-20C6-26F03A7A8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349E62-0A32-BB9D-A02C-0C9B13D1F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FF290-9CD6-4D8C-8E46-F0C3C81E948F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21C694-3F0B-E9F9-332B-A392897B3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598A1D-7B74-81A2-66E4-E5FFF409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835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8D3C43-0F7C-F1EF-E72A-BED092A00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ACD21B3-0B2E-ABE4-1431-E0EFBC3FE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ACFE46-7259-0CE9-E45E-1571EA516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93F3B-9EE3-43C6-A2D0-E2CB1A087FAF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80681B-0D75-F7F7-DD55-FE9AC32C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D79053-3A25-306B-ED2C-A5FAFAC2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730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AC4600-3F58-46FA-ABB7-A13FE8A0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543A82-C9D4-FA75-98BE-548F437944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82464B-7A5B-FAA4-9B26-D50D30907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5A8324-56B1-A480-0FD1-FE732F67E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DDAB6-2EFF-4524-B7BE-52D9FB0E989B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B4F59E-E2E4-73D2-AA18-73249A02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B72C0A-1383-5939-2868-24C7AC25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00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35751D-4F20-629D-BCA6-1CFBB3B2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C60589-8FE7-F932-4194-B0C5D0441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703E37-07F5-ECDA-09CF-37103EC1B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4624F32-7A9F-11F3-9AB0-14764AAAF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F80D6C4-39F7-D807-A3F7-9395FBE61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A258313-4455-539A-829B-2052B63C4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4E506-0FA7-408D-BA0E-FD59D744B2E5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7EE822-37DC-CED1-87F5-10BE1CCC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9327CF0-0A31-C2EC-792D-573D01985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4949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11343D-184F-CB95-65C4-C4286132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4D7646E-4FC9-5EAE-3237-BBA64D81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1BEF-FFEF-4344-9D6B-7F3EE98B2135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140CEE-819C-8714-23A7-111D719A2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C56A589-4EB8-942D-0DD9-F2CDAF50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395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9136D12-AFE8-751B-C1F3-064BD728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D45CC-55F2-4569-A0BF-F330A88EFB8F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3B7E265-D53A-A336-13F3-E456BB9EA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DBE7EA-86E3-37D8-077F-2E7E446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067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B6DA6D-FEC8-B295-DEED-B9C3B47E8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28AD89-9565-E317-5C5F-3ADD71CEC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642D643-B00C-4E61-45F3-EDC6C4DE6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92ABBF-C2C1-997E-AF84-4D54ADA2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0F588-2CEC-459B-9190-37D85FE7ACC4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AB8B47-AA23-EA09-9B67-501FDB744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10A527-B558-5262-9DC8-80972F86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1269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F16972-19EA-CED7-DFF2-DA6D70322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4862B98-2302-454B-A224-5EE0A4878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2C69BE-D198-E2D8-902A-9E9C6FAC9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46D741-16A7-4E49-27D4-9B43C3DEE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C106E-5DBE-46CE-8C25-F20B4B2CF2B9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C5AEEB-29C1-98C4-6287-7E5A61FD8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895248-1512-24A5-2981-07D6C6FB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28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8E301C-34A4-694C-5F11-CF11476DB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24D44E-4833-B5AC-16FC-D1106BBB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11A94C-EE68-496F-8DD4-CD48B380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058F7-9AC6-47F8-9D14-7BDFDCBC26C8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4814FA-9F50-55F3-38B8-84ECE9F0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7DCCCB-0BFD-119B-7516-D216260C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27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6BA2A54-AC0B-F70F-1C53-480FDA3B79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98A2847-F61B-B1A8-ADC9-1F15C5B4C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8DE40C8-DA5E-0242-C806-7837D831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C17C8-49D3-4390-807F-0516C0941417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F37360-6016-3138-674F-5B21E7D1B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130A98-C5C8-2DF5-3DB8-C1C08B4C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8842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B6F2B-6EF1-49AC-B3D6-3A409DE42105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109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1D292-8FB5-4C53-A412-C4E9223A5D27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3868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0AB8-B88C-40AB-9448-56C04D44B556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235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99A24-F4F3-439D-A769-10748E9B97DE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5733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72D53-25E2-4930-9135-DB3E270EDAB4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0299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77453-E3D1-4C2F-A95B-D9B62E131322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3948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5E8CF-714B-477C-9119-0CB8C68A6762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255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E498B5B-38B1-4E3C-845B-DE18C30564A1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0692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B1A7-0039-4FA6-A363-291D15D0A20F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7191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67C62-DC2C-4188-B3CC-E969B5326966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30714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B9D1B-E126-47C3-9979-59D5B0AEB87E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7822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687B9EED-17AE-4BF4-BE32-20725F1DDDFB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9F8E7D73-D8CC-0055-59E1-246F0CB0D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8382688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553FA-C828-29E9-EE66-1440025D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A7EE9EB-A584-986C-A62E-B219EC05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9D71-9A56-45DC-9868-D770F38E9380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035A6DF-C6D1-564D-D096-F9CBCD45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67BD9B7-A523-CB0A-32E1-B764A381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797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EF287D-3204-8A21-0B86-B1128F5BD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55E06D6-74F2-B815-9A88-07DA74DD6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CA705-5396-4B7B-A682-961C37DBC592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063F0E-A969-A505-38AC-45C16E33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967D32-75D8-C5AD-4C17-869E8B8F4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6175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7795D9-52DB-01AC-7705-3C009E48C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5D4E443-4BFF-8D70-1A38-824AC7D8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4E269-9C20-4768-A147-E0E27D14E2CD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357CDB-2D6A-5EA1-8C3E-81AC644E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1A92D28-6198-5B05-DDD7-88A7ACB2B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6203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B8C8A55-FFDB-9A56-F0E9-4F546B68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2E5F2B-3CB1-1B13-86A1-C28B6AB53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2C1DDD-B965-A8A5-22DD-804481D9B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1B163-38BA-4CEC-BE1E-5A084ABEF629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90204C-6FA5-800F-51D3-306EBCC32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812B6E-A5F9-F785-FFA1-16D37FBAF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568DE-6092-4121-927E-E640531173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294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BDBA52-8261-416D-A6F3-367032A843E9}" type="datetime1">
              <a:rPr kumimoji="1" lang="ja-JP" altLang="en-US" smtClean="0"/>
              <a:t>2025/12/22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C52E824-FC89-42A3-821E-8D4B68ECC2D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13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15" r:id="rId12"/>
    <p:sldLayoutId id="2147483732" r:id="rId13"/>
    <p:sldLayoutId id="2147483733" r:id="rId14"/>
    <p:sldLayoutId id="2147483734" r:id="rId1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kumimoji="1"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E1B5DB3-65AC-FFDE-694D-9C43231A4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6B80BDC-21E7-C9A8-927E-62E2459F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A1573A6-947C-4BD6-D2DD-9D8937D50E7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25303" y="344245"/>
            <a:ext cx="8471048" cy="3075230"/>
          </a:xfrm>
        </p:spPr>
        <p:txBody>
          <a:bodyPr>
            <a:normAutofit/>
          </a:bodyPr>
          <a:lstStyle/>
          <a:p>
            <a:pPr algn="ctr"/>
            <a:r>
              <a:rPr lang="ja-JP" alt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ＭＳ ゴシック"/>
              </a:rPr>
              <a:t>メガソーラーにおける気象庁データを活用した発電性能評価およ</a:t>
            </a:r>
            <a:br>
              <a:rPr lang="en-US" altLang="ja-JP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ＭＳ ゴシック"/>
              </a:rPr>
            </a:br>
            <a:r>
              <a:rPr lang="ja-JP" altLang="en-US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ＭＳ ゴシック"/>
              </a:rPr>
              <a:t>定常日陰を検出手法</a:t>
            </a:r>
            <a:br>
              <a:rPr lang="en-US" altLang="ja-JP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ＭＳ ゴシック"/>
              </a:rPr>
            </a:br>
            <a:r>
              <a:rPr lang="en-US" altLang="ja-JP" sz="4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ＭＳ ゴシック"/>
              </a:rPr>
              <a:t>-</a:t>
            </a:r>
            <a:r>
              <a:rPr lang="ja-JP" alt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ＭＳ ゴシック"/>
              </a:rPr>
              <a:t>目次案</a:t>
            </a:r>
            <a:r>
              <a:rPr lang="en-US" altLang="ja-JP" sz="60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ea typeface="ＭＳ ゴシック"/>
              </a:rPr>
              <a:t>-</a:t>
            </a:r>
            <a:endParaRPr kumimoji="1" lang="ja-JP" altLang="en-US" sz="6000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D4D7648-00EF-9C9F-D798-A61D810AEB0F}"/>
              </a:ext>
            </a:extLst>
          </p:cNvPr>
          <p:cNvCxnSpPr>
            <a:cxnSpLocks/>
          </p:cNvCxnSpPr>
          <p:nvPr/>
        </p:nvCxnSpPr>
        <p:spPr>
          <a:xfrm>
            <a:off x="1685407" y="3428890"/>
            <a:ext cx="7208816" cy="0"/>
          </a:xfrm>
          <a:prstGeom prst="line">
            <a:avLst/>
          </a:prstGeom>
          <a:ln w="57150">
            <a:solidFill>
              <a:srgbClr val="58B6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AFD58809-58C1-F4D2-0140-873FBEF5F3C1}"/>
              </a:ext>
            </a:extLst>
          </p:cNvPr>
          <p:cNvSpPr txBox="1">
            <a:spLocks/>
          </p:cNvSpPr>
          <p:nvPr/>
        </p:nvSpPr>
        <p:spPr>
          <a:xfrm>
            <a:off x="1696165" y="3211754"/>
            <a:ext cx="7216346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ja-JP" altLang="en-US" sz="2800" dirty="0"/>
              <a:t>東京理科大学 工学研究科 電気工学専攻</a:t>
            </a:r>
            <a:endParaRPr lang="en-US" altLang="ja-JP" sz="2800" dirty="0"/>
          </a:p>
          <a:p>
            <a:pPr algn="r"/>
            <a:endParaRPr lang="en-US" altLang="ja-JP" sz="2800" dirty="0"/>
          </a:p>
          <a:p>
            <a:pPr algn="r"/>
            <a:r>
              <a:rPr lang="zh-CN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植田研究室 </a:t>
            </a:r>
            <a:r>
              <a:rPr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M2 4324532 </a:t>
            </a:r>
            <a:r>
              <a:rPr lang="ja-JP" altLang="en-US" sz="2800" dirty="0"/>
              <a:t>熊　維振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2C204A4-0442-CE71-EEEC-320D76030BFB}"/>
              </a:ext>
            </a:extLst>
          </p:cNvPr>
          <p:cNvCxnSpPr>
            <a:cxnSpLocks/>
          </p:cNvCxnSpPr>
          <p:nvPr/>
        </p:nvCxnSpPr>
        <p:spPr>
          <a:xfrm>
            <a:off x="1686550" y="3386726"/>
            <a:ext cx="7208816" cy="0"/>
          </a:xfrm>
          <a:prstGeom prst="line">
            <a:avLst/>
          </a:prstGeom>
          <a:ln w="28575">
            <a:solidFill>
              <a:srgbClr val="3494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46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A473AD90-5D7A-7278-E1F1-5425041E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962D76C-EC4F-38F9-67D7-6FA1895E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2E824-FC89-42A3-821E-8D4B68ECC2DB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2F0E9E86-BA60-7590-9ED4-5AE25C29E523}"/>
              </a:ext>
            </a:extLst>
          </p:cNvPr>
          <p:cNvSpPr txBox="1">
            <a:spLocks/>
          </p:cNvSpPr>
          <p:nvPr/>
        </p:nvSpPr>
        <p:spPr>
          <a:xfrm>
            <a:off x="589279" y="230781"/>
            <a:ext cx="8307585" cy="71437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50" charset="-128"/>
                <a:cs typeface="+mn-cs"/>
              </a:rPr>
              <a:t>目次案</a:t>
            </a:r>
            <a:endParaRPr kumimoji="1" lang="en-US" altLang="ja-JP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50" charset="-128"/>
              <a:cs typeface="+mn-cs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CB3F0A6-63DC-C1DA-5A99-6F0302674F41}"/>
              </a:ext>
            </a:extLst>
          </p:cNvPr>
          <p:cNvCxnSpPr>
            <a:cxnSpLocks/>
          </p:cNvCxnSpPr>
          <p:nvPr/>
        </p:nvCxnSpPr>
        <p:spPr>
          <a:xfrm>
            <a:off x="261664" y="938420"/>
            <a:ext cx="8449343" cy="6734"/>
          </a:xfrm>
          <a:prstGeom prst="line">
            <a:avLst/>
          </a:prstGeom>
          <a:ln w="57150">
            <a:solidFill>
              <a:srgbClr val="58B6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591C3F7-B9D9-2112-7B70-7866B6A54FAC}"/>
              </a:ext>
            </a:extLst>
          </p:cNvPr>
          <p:cNvCxnSpPr>
            <a:cxnSpLocks/>
          </p:cNvCxnSpPr>
          <p:nvPr/>
        </p:nvCxnSpPr>
        <p:spPr>
          <a:xfrm>
            <a:off x="261664" y="891090"/>
            <a:ext cx="8449343" cy="0"/>
          </a:xfrm>
          <a:prstGeom prst="line">
            <a:avLst/>
          </a:prstGeom>
          <a:ln w="28575">
            <a:solidFill>
              <a:srgbClr val="3494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F60B24E-0C4C-C022-56AB-D18B99C96A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7561399"/>
              </p:ext>
            </p:extLst>
          </p:nvPr>
        </p:nvGraphicFramePr>
        <p:xfrm>
          <a:off x="285742" y="1089743"/>
          <a:ext cx="7982044" cy="487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1022">
                  <a:extLst>
                    <a:ext uri="{9D8B030D-6E8A-4147-A177-3AD203B41FA5}">
                      <a16:colId xmlns:a16="http://schemas.microsoft.com/office/drawing/2014/main" val="231448410"/>
                    </a:ext>
                  </a:extLst>
                </a:gridCol>
                <a:gridCol w="3991022">
                  <a:extLst>
                    <a:ext uri="{9D8B030D-6E8A-4147-A177-3AD203B41FA5}">
                      <a16:colId xmlns:a16="http://schemas.microsoft.com/office/drawing/2014/main" val="1483700946"/>
                    </a:ext>
                  </a:extLst>
                </a:gridCol>
              </a:tblGrid>
              <a:tr h="4877168"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第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章 序論 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(Introduction)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1.1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研究背景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1.2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研究目的と構成</a:t>
                      </a:r>
                    </a:p>
                    <a:p>
                      <a:endParaRPr kumimoji="1" lang="ja-JP" altLang="en-US" sz="15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第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章 モデルの構築 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(Methodology)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2.1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傾斜面日射量の算出モデル 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2.2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システムその他損失係数の導出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2.3 PV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発電量の推定モデル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2.4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システム相互比較のメカニズム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2.5 GHI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推定精度評価指標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2.6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GHI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推定値の選択と時系列合成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2.7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 定常日陰検出モデル</a:t>
                      </a:r>
                      <a:endParaRPr kumimoji="1" lang="en-US" altLang="ja-JP" sz="15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en-US" altLang="ja-JP" sz="15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第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章 解析地域と使用データ 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(Data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Set)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3.1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解析システム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3.2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使用データ</a:t>
                      </a:r>
                    </a:p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　　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3.2.1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 北杜サイトデータセット</a:t>
                      </a:r>
                    </a:p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　　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3.2.2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 茨城県データセット</a:t>
                      </a:r>
                    </a:p>
                    <a:p>
                      <a:endParaRPr kumimoji="1" lang="ja-JP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62669" marR="62669" marT="31335" marB="3133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第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章 解析結果と考察 </a:t>
                      </a:r>
                      <a:endParaRPr kumimoji="1" lang="en-US" altLang="ja-JP" sz="15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(Results &amp; Discussion)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4.1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損失係数の解析結果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4.2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システム間の個体差と経年変化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4.3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 日射量推定精度の評価と誤差分析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4.4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 日陰検出結果と重要度分析</a:t>
                      </a:r>
                      <a:endParaRPr kumimoji="1" lang="en-US" altLang="ja-JP" sz="15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4.5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手法の汎用性検討</a:t>
                      </a:r>
                    </a:p>
                    <a:p>
                      <a:endParaRPr kumimoji="1" lang="ja-JP" altLang="en-US" sz="15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第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章 結論 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(Conclusion)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5.1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本研究の総括</a:t>
                      </a:r>
                    </a:p>
                    <a:p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5.2 </a:t>
                      </a:r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今後の展望</a:t>
                      </a:r>
                      <a:endParaRPr kumimoji="1" lang="en-US" altLang="ja-JP" sz="1500" b="0" dirty="0">
                        <a:solidFill>
                          <a:schemeClr val="tx1"/>
                        </a:solidFill>
                      </a:endParaRPr>
                    </a:p>
                    <a:p>
                      <a:endParaRPr kumimoji="1" lang="ja-JP" altLang="en-US" sz="15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謝辞 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(Acknowledgments)</a:t>
                      </a:r>
                    </a:p>
                    <a:p>
                      <a:r>
                        <a:rPr kumimoji="1" lang="ja-JP" altLang="en-US" sz="1500" b="0" dirty="0">
                          <a:solidFill>
                            <a:schemeClr val="tx1"/>
                          </a:solidFill>
                        </a:rPr>
                        <a:t>参考文献 </a:t>
                      </a:r>
                      <a:r>
                        <a:rPr kumimoji="1" lang="en-US" altLang="ja-JP" sz="1500" b="0" dirty="0">
                          <a:solidFill>
                            <a:schemeClr val="tx1"/>
                          </a:solidFill>
                        </a:rPr>
                        <a:t>(References)</a:t>
                      </a:r>
                    </a:p>
                  </a:txBody>
                  <a:tcPr marL="62669" marR="62669" marT="31335" marB="3133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489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875274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レトロスペクト">
  <a:themeElements>
    <a:clrScheme name="青緑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レトロスペク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レトロスペク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48959</TotalTime>
  <Words>4463</Words>
  <Application>Microsoft Office PowerPoint</Application>
  <PresentationFormat>On-screen Show (4:3)</PresentationFormat>
  <Paragraphs>403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デザインの設定</vt:lpstr>
      <vt:lpstr>レトロスペクト</vt:lpstr>
      <vt:lpstr>メガソーラーにおける気象庁データを活用した発電性能評価およ 定常日陰を検出手法 -目次案-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データ処理・分析基礎</dc:title>
  <dc:creator>亘　恵汰</dc:creator>
  <cp:lastModifiedBy>XIONG　WEIZHEN</cp:lastModifiedBy>
  <cp:revision>17</cp:revision>
  <dcterms:created xsi:type="dcterms:W3CDTF">2023-03-31T08:42:45Z</dcterms:created>
  <dcterms:modified xsi:type="dcterms:W3CDTF">2025-12-22T04:40:12Z</dcterms:modified>
</cp:coreProperties>
</file>